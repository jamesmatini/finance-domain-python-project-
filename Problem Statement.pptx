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80D2F-19DD-7350-9C0F-6172858B6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</a:t>
            </a:r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4573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 which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960338"/>
            <a:ext cx="4981575" cy="323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6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2545113"/>
            <a:ext cx="5190126" cy="2497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32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32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577" y="157765"/>
            <a:ext cx="1342645" cy="9683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(Line/ Area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(Bar Chart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(Tree/ Heat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393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Ajira eMobilis</cp:lastModifiedBy>
  <cp:revision>16</cp:revision>
  <dcterms:created xsi:type="dcterms:W3CDTF">2023-10-07T01:44:58Z</dcterms:created>
  <dcterms:modified xsi:type="dcterms:W3CDTF">2025-11-05T12:49:16Z</dcterms:modified>
</cp:coreProperties>
</file>